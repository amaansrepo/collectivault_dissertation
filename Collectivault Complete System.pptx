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7778" y="1474490"/>
            <a:ext cx="442834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Collectivault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30114" y="2312690"/>
            <a:ext cx="388377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Rating &amp; Valuation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32769" y="2937470"/>
            <a:ext cx="247836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Live GUI Interface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927349" y="3482280"/>
            <a:ext cx="32892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Dissertation Project • ML + Web GUI • December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automated rating system for sports memorabilia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fair market value using machine learning models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standardized ratings (AAA to B grade) from predictions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human bias with data-driven optimized weighting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professional GUI for real-time item evaluation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561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35462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System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5064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Multi-category Excel → Category DataFrames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21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09354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Per-category RF models with feature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764062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Layer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236443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web app for real-time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1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Multi-sheet Excel consolidation with category-specific handling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values using SimpleImputer (mean strategy)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outliers with IQR method to prevent skew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feature matrix (X) and target variable (y = Value in £)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Train-test split: 80-20 for validation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Methods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1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Normalization: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 all attributes to 0-100 scales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Significance: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Era-based features and player fame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Transformation: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Applied to target to stabilize variance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Features: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condition + signed + worn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Demand Score: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Derived from category trends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 Evaluated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1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Baseline model (avg R²: 0.26)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Non-linear, robust (avg R²: 0.34 raw)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Complex patterns capture (avg R²: 0.45)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Optimized boosting (avg R²: 0.46)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Selected: Random Forest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consistency and GUI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Random Forest for Production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Handles missing data natively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Provides feature importance ranking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Per-category tuning via GridSearchCV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Log transformation stabilizes high-value items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Consistent performance across 24 categories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1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optimization per category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tuned: n_estimators, max_depth, min_samples_split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 to prevent overfitting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 (MAE) minimization as scoring metric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selected and saved as pickle files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11048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54461"/>
            <a:ext cx="7924800" cy="11048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59263"/>
            <a:ext cx="7924800" cy="11048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Results (Top Categories)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Cricket Clothing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1254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£331 | R²: 0.66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5830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Cricket Pads/Gloves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01734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£1,156 | R²: 0.41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6878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12214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 £1,201 | R²: 0.62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Per-Category Modeling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categories have different feature importances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scales vary dramatically across sports/items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Category-specific features missing in other types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Per-category accuracy improves R² by ~0.15-0.25 vs global models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tailored reporting and insights per memorabilia type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System: ML + Optimized Weights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(Valuation):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RF predicts market value (£)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(Rating):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Optimized weights map features → 0-100 score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learned via scipy.optimize.minimize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weights: Condition 25%, Authenticity 20%, Rarity 20%, Historical 20%, Demand 20%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bands: AAA (90-100), AA (80-89), A (70-79)... B (Below 45)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Optimization Method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scipy.optimize.minimize: Find best feature weights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Minimize (Weighted_Score - Actual_Value) squared error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Constraints: All weights sum to 1.0 (100%)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SLSQP (Sequential Least Squares Programming)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Benefit: Ratings grounded in real market data, not guesses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Implementation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236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Load Excel → Create category DataFrames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engineering (normalization, scoring)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Per-category RF training with GridSearchCV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Calculate RF_Predicted_Value for all items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Optimize feature weights using scipy.minimize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Collectible_Rating_Score and Grade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Export final CSV with value + rating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 £ prediction error in currency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Variance explained (0.0-1.0, higher = better)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Robust performance estimate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Per-Category Breakdown: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MAE/R² for each memorabilia type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Rank features driving value predictions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GUI: Streamlit Web Application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Interactive web interface built with Streamlit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Real-time rating calculation as user inputs change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Multi-sport category support (Cricket, Badminton, F1, etc.)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Professional card-based UI with responsive design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Deployed and shareable with colleagues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561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 Components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Selection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64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 menu for product category (Cricket Bats, Hockey, Baseball, etc.)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621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Sliders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09354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sliders (0-100) for Condition, Rarity, Signed, Worn, Historical, Demand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Inputs (Interactive Sliders)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24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Score: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Item quality and preservation (0-100)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Rarity Score: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rare/unique the item is (0-100)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Signed/Autographed: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Authentication status (checkbox)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Worn/Match-Used: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Game-worn or match-used status (checkbox)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Importance: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Historical significance score (0-100)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Demand: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Current market interest level (0-100)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561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Output Display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Score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64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 score with rating band (AAA, AA, A, BBB, BB)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621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Value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09354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ML-predicted monetary value based on RF model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Band Classification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 (90-100):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Exceptional, pristine condition, rare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(75-89):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Excellent condition, desirable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(60-74):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 condition, above average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BBB (45-59):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Fair condition, average collectible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 (Below 45):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Poor condition or low demand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 &amp; Analytics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Chart: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Spider/radar chart showing all feature scores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feature scores visualization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Stats: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Item count and average ratings per category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Items: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Comparison with database items in same category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Updates: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Charts refresh as slider values change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561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Integration in GUI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Loading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64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category-specific RF models from pickle files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621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Engine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09354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prediction + rating weight calculation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Feature Processing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24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 → Features dictionary with scores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pandas DataFrame for model compatibility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feature order matches training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features to 0-100 range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through Random Forest model for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prediction to rating score (0-100 range)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Debugging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Try-except blocks for prediction failures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name validation (match trained model)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information display on errors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Informative error messages for users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availability checks before loading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561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UX Features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64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Collectivault logo, title with professional formatting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621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09354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layout with columns for compact, organized display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End-to-End Data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Category &amp; Sliders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39180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Features Dictionary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04907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DataFrame → Validation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270624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ML Prediction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636341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 Forest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002068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Rating Calculation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3367785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Rating Score + Value + Visualizations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Deployment &amp; Sharing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Development: Streamlit running on localhost:8501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Option: Deploy to Streamlit Cloud for colleague access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Integration: Version control with automatic deployment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Cross-Platform: Runs on Windows, Mac, Linux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Dissertation Ready: Professional interface for presentation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63"/>
            <a:ext cx="7924800" cy="97978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05645"/>
            <a:ext cx="7924800" cy="97978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285437"/>
            <a:ext cx="7924800" cy="97978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Technology 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63"/>
            <a:ext cx="76169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8200" y="1874444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3.9+, scikit-learn, pandas, numpy, scipy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534245"/>
            <a:ext cx="76169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38200" y="2854226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Streamlit, Plotly (interactive charts)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3514037"/>
            <a:ext cx="761695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8200" y="3834017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Excel, Pickle, pandas DataFrames, joblib</a:t>
            </a:r>
            <a:endParaRPr lang="en-US" sz="11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Advantages: ML + GUI vs Traditional Valuation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4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Automated: No manual appraisal needed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Consistent: Objective ratings based on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Fast: Real-time predictions in seconds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Scalable: Handle thousands of items instantly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Transparent: Feature scores shown to users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Accessible: Web GUI available to anyone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231467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64341"/>
            <a:ext cx="7924800" cy="231467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&amp; Limitations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1950644"/>
            <a:ext cx="7239000" cy="1385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Per-category accuracy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ratings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ranking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GUI interface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379294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66800" y="4265321"/>
            <a:ext cx="7239000" cy="1385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historical data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category bias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volatility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updates yet</a:t>
            </a:r>
            <a:endParaRPr lang="en-US" sz="11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4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for third-party integration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 for bulk valuations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recognition for condition assessment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trend analysis and forecasting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reports in PDF format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backend for item tracking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Project Deliverables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73"/>
            <a:ext cx="7620000" cy="24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ML Models: Trained Random Forest per category (24 sports)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GUI: Professional Streamlit web application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Data Pipeline: Automatic feature processing (end-to-end)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Visualizations: Real-time charts and analytics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Rating System: Two-layer (valuation + optimized weights)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Deployment Ready: Shareable and scalable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Organization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73"/>
            <a:ext cx="7620000" cy="236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Loading &amp; Preprocessing (pandas)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Engineering (normalization, transforms)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Training (per-category RF + GridSearchCV)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Rating System (weights + grade mapping)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Export &amp; Reporting (CSV output)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Files: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collectivault_app.py (Streamlit interface)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Files:</a:t>
            </a:r>
            <a:pPr indent="0" marL="0">
              <a:lnSpc>
                <a:spcPts val="189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models/ folder (pickle files per category)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New Team Members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7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category: Create Excel sheet, run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accuracy: Engineer new features, tune hyperparameters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GUI: Load serialized RF models in Streamlit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scoring: Run rating system on new items via script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performance: Track MAE/R² over time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73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561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35468"/>
            <a:ext cx="7924800" cy="114290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7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50653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system: ML models + live GUI interface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211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093541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Per-category models + data-driven weights = accurate ratings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764068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236448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API expansion, continuous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881" y="1712621"/>
            <a:ext cx="19042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2428875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Collectivault successfully integrates machine learning with a professional GUI for sports memorabilia valuation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20186" y="3190875"/>
            <a:ext cx="3703630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preprocessing to live web application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3964" y="1804095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57" y="2581275"/>
            <a:ext cx="982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36615" y="3152775"/>
            <a:ext cx="42706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Collectivault ML Rating System • Dissertation Project • December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2025-12-05T03:31:36Z</dcterms:created>
  <dcterms:modified xsi:type="dcterms:W3CDTF">2025-12-05T03:31:36Z</dcterms:modified>
</cp:coreProperties>
</file>